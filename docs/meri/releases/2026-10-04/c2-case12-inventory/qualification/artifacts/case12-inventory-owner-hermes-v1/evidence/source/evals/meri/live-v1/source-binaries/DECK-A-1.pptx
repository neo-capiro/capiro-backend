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risk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 strategy deck scope - slide 1 of 6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 strategy deck scope - slide 2 of 6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 strategy deck scope - slide 3 of 6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 strategy deck scope - slide 4 of 6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 strategy deck scope - slide 5 of 6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Autonomy evaluation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Synthetic fixture only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Aster strategy deck</dc:title>
  <dc:subject>Appendix F DECK-A-1</dc:subject>
  <dc:creator>Meri synthetic fixture generator</dc:creator>
  <cp:lastModifiedBy>Meri synthetic fixture generator</cp:lastModifiedBy>
  <cp:revision>1</cp:revision>
  <dcterms:created xsi:type="dcterms:W3CDTF">2026-09-26T16:00:00.000Z</dcterms:created>
  <dcterms:modified xsi:type="dcterms:W3CDTF">2026-09-26T16:00:00.000Z</dcterms:modified>
</cp:coreProperties>
</file>